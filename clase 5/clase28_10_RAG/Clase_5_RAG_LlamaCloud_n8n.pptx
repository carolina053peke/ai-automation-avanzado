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Lemes" userId="5ff4adf7-3f42-47aa-9bbb-c804149ba722" providerId="ADAL" clId="{038C700E-1A2C-4CED-B6FD-C04E68F3B4BE}"/>
    <pc:docChg chg="delSld">
      <pc:chgData name="Carolina Lemes" userId="5ff4adf7-3f42-47aa-9bbb-c804149ba722" providerId="ADAL" clId="{038C700E-1A2C-4CED-B6FD-C04E68F3B4BE}" dt="2026-10-28T23:22:31.842" v="9" actId="47"/>
      <pc:docMkLst>
        <pc:docMk/>
      </pc:docMkLst>
      <pc:sldChg chg="del">
        <pc:chgData name="Carolina Lemes" userId="5ff4adf7-3f42-47aa-9bbb-c804149ba722" providerId="ADAL" clId="{038C700E-1A2C-4CED-B6FD-C04E68F3B4BE}" dt="2026-10-28T23:21:42.384" v="0" actId="47"/>
        <pc:sldMkLst>
          <pc:docMk/>
          <pc:sldMk cId="0" sldId="257"/>
        </pc:sldMkLst>
      </pc:sldChg>
      <pc:sldChg chg="del">
        <pc:chgData name="Carolina Lemes" userId="5ff4adf7-3f42-47aa-9bbb-c804149ba722" providerId="ADAL" clId="{038C700E-1A2C-4CED-B6FD-C04E68F3B4BE}" dt="2026-10-28T23:21:58.810" v="1" actId="47"/>
        <pc:sldMkLst>
          <pc:docMk/>
          <pc:sldMk cId="0" sldId="264"/>
        </pc:sldMkLst>
      </pc:sldChg>
      <pc:sldChg chg="del">
        <pc:chgData name="Carolina Lemes" userId="5ff4adf7-3f42-47aa-9bbb-c804149ba722" providerId="ADAL" clId="{038C700E-1A2C-4CED-B6FD-C04E68F3B4BE}" dt="2026-10-28T23:22:10.208" v="2" actId="47"/>
        <pc:sldMkLst>
          <pc:docMk/>
          <pc:sldMk cId="0" sldId="272"/>
        </pc:sldMkLst>
      </pc:sldChg>
      <pc:sldChg chg="del">
        <pc:chgData name="Carolina Lemes" userId="5ff4adf7-3f42-47aa-9bbb-c804149ba722" providerId="ADAL" clId="{038C700E-1A2C-4CED-B6FD-C04E68F3B4BE}" dt="2026-10-28T23:22:11.596" v="3" actId="47"/>
        <pc:sldMkLst>
          <pc:docMk/>
          <pc:sldMk cId="0" sldId="273"/>
        </pc:sldMkLst>
      </pc:sldChg>
      <pc:sldChg chg="del">
        <pc:chgData name="Carolina Lemes" userId="5ff4adf7-3f42-47aa-9bbb-c804149ba722" providerId="ADAL" clId="{038C700E-1A2C-4CED-B6FD-C04E68F3B4BE}" dt="2026-10-28T23:22:13.141" v="4" actId="47"/>
        <pc:sldMkLst>
          <pc:docMk/>
          <pc:sldMk cId="0" sldId="274"/>
        </pc:sldMkLst>
      </pc:sldChg>
      <pc:sldChg chg="del">
        <pc:chgData name="Carolina Lemes" userId="5ff4adf7-3f42-47aa-9bbb-c804149ba722" providerId="ADAL" clId="{038C700E-1A2C-4CED-B6FD-C04E68F3B4BE}" dt="2026-10-28T23:22:19.442" v="5" actId="47"/>
        <pc:sldMkLst>
          <pc:docMk/>
          <pc:sldMk cId="0" sldId="275"/>
        </pc:sldMkLst>
      </pc:sldChg>
      <pc:sldChg chg="del">
        <pc:chgData name="Carolina Lemes" userId="5ff4adf7-3f42-47aa-9bbb-c804149ba722" providerId="ADAL" clId="{038C700E-1A2C-4CED-B6FD-C04E68F3B4BE}" dt="2026-10-28T23:22:21.076" v="6" actId="47"/>
        <pc:sldMkLst>
          <pc:docMk/>
          <pc:sldMk cId="0" sldId="276"/>
        </pc:sldMkLst>
      </pc:sldChg>
      <pc:sldChg chg="del">
        <pc:chgData name="Carolina Lemes" userId="5ff4adf7-3f42-47aa-9bbb-c804149ba722" providerId="ADAL" clId="{038C700E-1A2C-4CED-B6FD-C04E68F3B4BE}" dt="2026-10-28T23:22:28.154" v="7" actId="47"/>
        <pc:sldMkLst>
          <pc:docMk/>
          <pc:sldMk cId="0" sldId="278"/>
        </pc:sldMkLst>
      </pc:sldChg>
      <pc:sldChg chg="del">
        <pc:chgData name="Carolina Lemes" userId="5ff4adf7-3f42-47aa-9bbb-c804149ba722" providerId="ADAL" clId="{038C700E-1A2C-4CED-B6FD-C04E68F3B4BE}" dt="2026-10-28T23:22:30.054" v="8" actId="47"/>
        <pc:sldMkLst>
          <pc:docMk/>
          <pc:sldMk cId="0" sldId="279"/>
        </pc:sldMkLst>
      </pc:sldChg>
      <pc:sldChg chg="del">
        <pc:chgData name="Carolina Lemes" userId="5ff4adf7-3f42-47aa-9bbb-c804149ba722" providerId="ADAL" clId="{038C700E-1A2C-4CED-B6FD-C04E68F3B4BE}" dt="2026-10-28T23:22:31.842" v="9" actId="47"/>
        <pc:sldMkLst>
          <pc:docMk/>
          <pc:sldMk cId="0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RAG: el cerebro documental de la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Módulo 5 · LlamaCloud + n8n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De memoria conversacional a conocimiento verificable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Práctica: evolucionar nuestro Manager multi-agente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El problema del LLM aislado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No conoce documentos privados por defecto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Su conocimiento puede estar desactualizado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Puede generar afirmaciones no sustentadas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Necesitamos recuperar evidencia antes de responder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03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¿Por qué se llama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Retrieval = recuperar información externa relevante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Augmented = incorporar la evidencia al contexto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Generation = redactar una respuesta usando esa evidencia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Lewis et al. (2020): arquitectura para tareas intensivas en conocimiento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04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RAG no es entrenamiento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No modifica los pesos del LLM en cada consulta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No es pegar 80 páginas en el system prompt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La base documental puede actualizarse independientemente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RAG reduce riesgos; no elimina las alucinaciones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05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Dos flujos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INGESTA: documentos → parsing → chunks → embeddings → índice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CONSULTA: pregunta → retrieval → reranking opcional → LLM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Indexamos al cargar o actualizar documentos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Recuperamos en cada pregunta relevante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06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Parsing: del PDF a contenido útil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Extraer texto, títulos, tablas y estructura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Una tabla rota puede cambiar el sentido de una política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LlamaParse ayuda con documentos complejos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Revisar manualmente el resultado del parseo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07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Chunking: dónde cortar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Fragmentos pequeños: precisos, pero pueden perder contexto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Fragmentos grandes: conservan reglas, pero agregan ruido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Overlap: solapamiento entre fragmentos adyacentes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Nunca separar una excepción de la regla que modifica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08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Embeddings: significado como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Texto → representación numérica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Preguntas y fragmentos comparables en un espacio vectorial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Similitud semántica ≠ verificación de hechos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Importan el modelo de embedding y el idioma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10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Vector Store e 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Almacena fragmentos, vectores y metadatos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Metadatos: archivo, página, versión, área, acceso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Permite búsquedas por similitud y filtros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LlamaCloud ofrece indexación y recuperación gestionadas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11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Retriever: el primer filtro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Convierte la pregunta en una búsqueda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Trae candidatos relevantes según la estrategia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Top-K: máximo de resultados recuperados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Top-K 4 es punto de partida, no valor universal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12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Reranking: una segunda mirada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Reevalúa candidatos con mayor profundidad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Puede reordenar fragmentos según la pregunta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Aumenta latencia/costo; no siempre es necesario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No confundir con Minimum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13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Búsqueda híbrida y metadatos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Semántica: sinónimos e intención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Léxica: códigos, nombres y números exactos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Híbrida: combina ambas señales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Filtrar por versión vigente, cliente y permisos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14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Minimum Score: cuidado con la interfaz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Umbral para descartar resultados de baja relevancia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El score depende del proveedor y algoritmo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No todas las integraciones muestran ese control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Verificar qué parámetros expone el nodo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15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RAG + memoria: ¿cuál responde qué?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Google Sheets: ¿qué consultó este cliente ayer?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LlamaCloud: ¿qué establece la política oficial?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Manager: ¿qué Worker debe intervenir?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HITL: ¿quién autoriza un reintegro?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16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D3CF"/>
                </a:solidFill>
              </a:defRPr>
            </a:pPr>
            <a:r>
              <a:t>MÓDULO 05  /  RAG + LLAMACLOUD +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3F6FB"/>
                </a:solidFill>
              </a:defRPr>
            </a:pPr>
            <a:r>
              <a:t>Qué medir realmente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Exactitud de respuestas: correctas / total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Recall@K y Precision@K: recuperación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MRR / NDCG: calidad del orden</a:t>
            </a:r>
          </a:p>
          <a:p>
            <a:pPr>
              <a:spcAft>
                <a:spcPts val="2300"/>
              </a:spcAft>
              <a:defRPr sz="2300">
                <a:solidFill>
                  <a:srgbClr val="F3F6FB"/>
                </a:solidFill>
              </a:defRPr>
            </a:pPr>
            <a:r>
              <a:t>•  Groundedness: respuesta sustentada en 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DD1"/>
                </a:solidFill>
              </a:defRPr>
            </a:pPr>
            <a:r>
              <a:t>CLASE PRÁCTICA  ·  22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776</Words>
  <Application>Microsoft Office PowerPoint</Application>
  <PresentationFormat>Panorámica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Carolina Lemes</cp:lastModifiedBy>
  <cp:revision>1</cp:revision>
  <dcterms:created xsi:type="dcterms:W3CDTF">2013-01-27T09:14:16Z</dcterms:created>
  <dcterms:modified xsi:type="dcterms:W3CDTF">2026-10-28T23:22:36Z</dcterms:modified>
  <cp:category/>
</cp:coreProperties>
</file>