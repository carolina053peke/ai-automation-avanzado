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120640"/>
            <a:ext cx="2377440" cy="237744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es RAG?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técnica que le permite a un agente de IA buscar información en una base documental propia ANTES de responder, en lugar de contestar solo con lo que aprendió en su entrenamiento.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F3E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34290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64408" y="34290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F3E43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34290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34290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88736" y="34290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F3E43"/>
          </a:solidFill>
          <a:ln/>
        </p:spPr>
      </p:sp>
      <p:sp>
        <p:nvSpPr>
          <p:cNvPr id="15" name="Text 13"/>
          <p:cNvSpPr/>
          <p:nvPr/>
        </p:nvSpPr>
        <p:spPr>
          <a:xfrm>
            <a:off x="5888736" y="34290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los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0456" y="34290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13064" y="342900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0F3E43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342900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fuentes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3401568" cy="123444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4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1032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alucinaciones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276088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responde con datos reales, no inventados.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42816" y="4800600"/>
            <a:ext cx="3401568" cy="123444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4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5696" y="491032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siempre actualizada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25696" y="5276088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 su fecha de entrenamiento.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45552" y="4800600"/>
            <a:ext cx="3401568" cy="123444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4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491032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privado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28432" y="5276088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manuales o datos propios de la empresa.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2026-08-24T23:25:37Z</dcterms:created>
  <dcterms:modified xsi:type="dcterms:W3CDTF">2026-08-24T23:25:37Z</dcterms:modified>
</cp:coreProperties>
</file>