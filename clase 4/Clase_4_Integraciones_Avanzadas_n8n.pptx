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Lemes" userId="5ff4adf7-3f42-47aa-9bbb-c804149ba722" providerId="ADAL" clId="{038C700E-1A2C-4CED-B6FD-C04E68F3B4BE}"/>
    <pc:docChg chg="delSld modSld">
      <pc:chgData name="Carolina Lemes" userId="5ff4adf7-3f42-47aa-9bbb-c804149ba722" providerId="ADAL" clId="{038C700E-1A2C-4CED-B6FD-C04E68F3B4BE}" dt="2026-09-22T21:17:00.296" v="32" actId="47"/>
      <pc:docMkLst>
        <pc:docMk/>
      </pc:docMkLst>
      <pc:sldChg chg="modSp mod">
        <pc:chgData name="Carolina Lemes" userId="5ff4adf7-3f42-47aa-9bbb-c804149ba722" providerId="ADAL" clId="{038C700E-1A2C-4CED-B6FD-C04E68F3B4BE}" dt="2026-09-22T21:14:15.835" v="5" actId="122"/>
        <pc:sldMkLst>
          <pc:docMk/>
          <pc:sldMk cId="0" sldId="257"/>
        </pc:sldMkLst>
        <pc:spChg chg="mod">
          <ac:chgData name="Carolina Lemes" userId="5ff4adf7-3f42-47aa-9bbb-c804149ba722" providerId="ADAL" clId="{038C700E-1A2C-4CED-B6FD-C04E68F3B4BE}" dt="2026-09-22T21:14:15.835" v="5" actId="122"/>
          <ac:spMkLst>
            <pc:docMk/>
            <pc:sldMk cId="0" sldId="257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15.835" v="5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15.835" v="5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15.835" v="5" actId="122"/>
          <ac:spMkLst>
            <pc:docMk/>
            <pc:sldMk cId="0" sldId="257"/>
            <ac:spMk id="7" creationId="{00000000-0000-0000-0000-000000000000}"/>
          </ac:spMkLst>
        </pc:spChg>
      </pc:sldChg>
      <pc:sldChg chg="del mod modShow">
        <pc:chgData name="Carolina Lemes" userId="5ff4adf7-3f42-47aa-9bbb-c804149ba722" providerId="ADAL" clId="{038C700E-1A2C-4CED-B6FD-C04E68F3B4BE}" dt="2026-09-22T21:17:00.296" v="32" actId="47"/>
        <pc:sldMkLst>
          <pc:docMk/>
          <pc:sldMk cId="0" sldId="258"/>
        </pc:sldMkLst>
      </pc:sldChg>
      <pc:sldChg chg="modSp mod">
        <pc:chgData name="Carolina Lemes" userId="5ff4adf7-3f42-47aa-9bbb-c804149ba722" providerId="ADAL" clId="{038C700E-1A2C-4CED-B6FD-C04E68F3B4BE}" dt="2026-09-22T21:14:59.111" v="10" actId="207"/>
        <pc:sldMkLst>
          <pc:docMk/>
          <pc:sldMk cId="0" sldId="259"/>
        </pc:sldMkLst>
        <pc:spChg chg="mod">
          <ac:chgData name="Carolina Lemes" userId="5ff4adf7-3f42-47aa-9bbb-c804149ba722" providerId="ADAL" clId="{038C700E-1A2C-4CED-B6FD-C04E68F3B4BE}" dt="2026-09-22T21:14:59.111" v="10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52.493" v="8" actId="403"/>
          <ac:spMkLst>
            <pc:docMk/>
            <pc:sldMk cId="0" sldId="259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52.493" v="8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52.493" v="8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4:52.493" v="8" actId="403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2T21:15:15.662" v="12" actId="403"/>
        <pc:sldMkLst>
          <pc:docMk/>
          <pc:sldMk cId="0" sldId="260"/>
        </pc:sldMkLst>
        <pc:spChg chg="mod">
          <ac:chgData name="Carolina Lemes" userId="5ff4adf7-3f42-47aa-9bbb-c804149ba722" providerId="ADAL" clId="{038C700E-1A2C-4CED-B6FD-C04E68F3B4BE}" dt="2026-09-22T21:15:15.662" v="12" actId="403"/>
          <ac:spMkLst>
            <pc:docMk/>
            <pc:sldMk cId="0" sldId="260"/>
            <ac:spMk id="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5:15.662" v="12" actId="403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2T21:15:48.738" v="22" actId="403"/>
        <pc:sldMkLst>
          <pc:docMk/>
          <pc:sldMk cId="0" sldId="262"/>
        </pc:sldMkLst>
        <pc:spChg chg="mod">
          <ac:chgData name="Carolina Lemes" userId="5ff4adf7-3f42-47aa-9bbb-c804149ba722" providerId="ADAL" clId="{038C700E-1A2C-4CED-B6FD-C04E68F3B4BE}" dt="2026-09-22T21:15:48.738" v="22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5:42.613" v="17" actId="403"/>
          <ac:spMkLst>
            <pc:docMk/>
            <pc:sldMk cId="0" sldId="262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5:42.613" v="17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5:42.613" v="17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5:42.613" v="17" actId="403"/>
          <ac:spMkLst>
            <pc:docMk/>
            <pc:sldMk cId="0" sldId="262"/>
            <ac:spMk id="7" creationId="{00000000-0000-0000-0000-000000000000}"/>
          </ac:spMkLst>
        </pc:spChg>
      </pc:sldChg>
      <pc:sldChg chg="del mod modShow">
        <pc:chgData name="Carolina Lemes" userId="5ff4adf7-3f42-47aa-9bbb-c804149ba722" providerId="ADAL" clId="{038C700E-1A2C-4CED-B6FD-C04E68F3B4BE}" dt="2026-09-22T21:16:58.296" v="31" actId="47"/>
        <pc:sldMkLst>
          <pc:docMk/>
          <pc:sldMk cId="0" sldId="263"/>
        </pc:sldMkLst>
      </pc:sldChg>
      <pc:sldChg chg="del mod modShow">
        <pc:chgData name="Carolina Lemes" userId="5ff4adf7-3f42-47aa-9bbb-c804149ba722" providerId="ADAL" clId="{038C700E-1A2C-4CED-B6FD-C04E68F3B4BE}" dt="2026-09-22T21:16:56.761" v="30" actId="47"/>
        <pc:sldMkLst>
          <pc:docMk/>
          <pc:sldMk cId="0" sldId="267"/>
        </pc:sldMkLst>
      </pc:sldChg>
      <pc:sldChg chg="modSp mod">
        <pc:chgData name="Carolina Lemes" userId="5ff4adf7-3f42-47aa-9bbb-c804149ba722" providerId="ADAL" clId="{038C700E-1A2C-4CED-B6FD-C04E68F3B4BE}" dt="2026-09-22T21:16:26.194" v="26" actId="403"/>
        <pc:sldMkLst>
          <pc:docMk/>
          <pc:sldMk cId="0" sldId="268"/>
        </pc:sldMkLst>
        <pc:spChg chg="mod">
          <ac:chgData name="Carolina Lemes" userId="5ff4adf7-3f42-47aa-9bbb-c804149ba722" providerId="ADAL" clId="{038C700E-1A2C-4CED-B6FD-C04E68F3B4BE}" dt="2026-09-22T21:16:26.194" v="26" actId="403"/>
          <ac:spMkLst>
            <pc:docMk/>
            <pc:sldMk cId="0" sldId="268"/>
            <ac:spMk id="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6:26.194" v="26" actId="403"/>
          <ac:spMkLst>
            <pc:docMk/>
            <pc:sldMk cId="0" sldId="268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2T21:16:26.194" v="26" actId="403"/>
          <ac:spMkLst>
            <pc:docMk/>
            <pc:sldMk cId="0" sldId="268"/>
            <ac:spMk id="5" creationId="{00000000-0000-0000-0000-000000000000}"/>
          </ac:spMkLst>
        </pc:spChg>
      </pc:sldChg>
      <pc:sldChg chg="del mod modShow">
        <pc:chgData name="Carolina Lemes" userId="5ff4adf7-3f42-47aa-9bbb-c804149ba722" providerId="ADAL" clId="{038C700E-1A2C-4CED-B6FD-C04E68F3B4BE}" dt="2026-09-22T21:16:55.607" v="29" actId="47"/>
        <pc:sldMkLst>
          <pc:docMk/>
          <pc:sldMk cId="0" sldId="269"/>
        </pc:sldMkLst>
      </pc:sldChg>
      <pc:sldChg chg="del mod modShow">
        <pc:chgData name="Carolina Lemes" userId="5ff4adf7-3f42-47aa-9bbb-c804149ba722" providerId="ADAL" clId="{038C700E-1A2C-4CED-B6FD-C04E68F3B4BE}" dt="2026-09-22T21:16:55.607" v="29" actId="47"/>
        <pc:sldMkLst>
          <pc:docMk/>
          <pc:sldMk cId="0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366F1"/>
                </a:solidFill>
              </a:defRPr>
            </a:pPr>
            <a:r>
              <a:t>CLASE 4</a:t>
            </a:r>
          </a:p>
          <a:p>
            <a:pPr>
              <a:defRPr sz="3800" b="1">
                <a:solidFill>
                  <a:srgbClr val="F5F7FA"/>
                </a:solidFill>
              </a:defRPr>
            </a:pPr>
            <a:r>
              <a:t>Integraciones Avanzadas</a:t>
            </a:r>
            <a:br/>
            <a:r>
              <a:t>e Interconexión de Sistemas</a:t>
            </a:r>
          </a:p>
          <a:p>
            <a:pPr>
              <a:defRPr sz="1800">
                <a:solidFill>
                  <a:srgbClr val="AAB5C7"/>
                </a:solidFill>
              </a:defRPr>
            </a:pPr>
            <a:r>
              <a:t>n8n · Gmail · CRM · Slack · OAuth2 · Guardrails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No empezamos de cero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5C7"/>
                </a:solidFill>
              </a:defRPr>
            </a:pPr>
            <a:r>
              <a:t>El mismo cerebro agéntico evoluciona módulo a módulo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rPr dirty="0"/>
              <a:t>Clase 1</a:t>
            </a:r>
          </a:p>
          <a:p>
            <a:pPr algn="ctr">
              <a:defRPr sz="1300">
                <a:solidFill>
                  <a:srgbClr val="F5F7FA"/>
                </a:solidFill>
              </a:defRPr>
            </a:pPr>
            <a:r>
              <a:rPr sz="1600" dirty="0" err="1"/>
              <a:t>Agente</a:t>
            </a:r>
            <a:r>
              <a:rPr sz="1600" dirty="0"/>
              <a:t> +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10312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Clase 2</a:t>
            </a:r>
          </a:p>
          <a:p>
            <a:pPr algn="ctr">
              <a:defRPr sz="1300">
                <a:solidFill>
                  <a:srgbClr val="F5F7FA"/>
                </a:solidFill>
              </a:defRPr>
            </a:pPr>
            <a:r>
              <a:rPr sz="1600"/>
              <a:t>Router + Workers + HITL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B923C"/>
                </a:solidFill>
              </a:defRPr>
            </a:pPr>
            <a:r>
              <a:t>Clase 3</a:t>
            </a:r>
          </a:p>
          <a:p>
            <a:pPr algn="ctr">
              <a:defRPr sz="1300">
                <a:solidFill>
                  <a:srgbClr val="F5F7FA"/>
                </a:solidFill>
              </a:defRPr>
            </a:pPr>
            <a:r>
              <a:rPr sz="1600"/>
              <a:t>Memoria + Session_ID + Persistencia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103120"/>
            <a:ext cx="2514600" cy="2011680"/>
          </a:xfrm>
          <a:prstGeom prst="roundRect">
            <a:avLst/>
          </a:prstGeom>
          <a:solidFill>
            <a:srgbClr val="161D2D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rPr dirty="0"/>
              <a:t>Clase 4</a:t>
            </a:r>
          </a:p>
          <a:p>
            <a:pPr algn="ctr">
              <a:defRPr sz="1300">
                <a:solidFill>
                  <a:srgbClr val="F5F7FA"/>
                </a:solidFill>
              </a:defRPr>
            </a:pPr>
            <a:r>
              <a:rPr sz="1600" dirty="0" err="1"/>
              <a:t>Herramientas</a:t>
            </a:r>
            <a:r>
              <a:rPr sz="1600" dirty="0"/>
              <a:t> </a:t>
            </a:r>
            <a:r>
              <a:rPr sz="1600" dirty="0" err="1"/>
              <a:t>externas</a:t>
            </a:r>
            <a:r>
              <a:rPr sz="1600" dirty="0"/>
              <a:t> reales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El ecosistema en 4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37276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5C7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La </a:t>
            </a:r>
            <a:r>
              <a:rPr sz="1600" dirty="0" err="1">
                <a:solidFill>
                  <a:schemeClr val="bg1"/>
                </a:solidFill>
              </a:rPr>
              <a:t>integración</a:t>
            </a:r>
            <a:r>
              <a:rPr sz="1600" dirty="0">
                <a:solidFill>
                  <a:schemeClr val="bg1"/>
                </a:solidFill>
              </a:rPr>
              <a:t> no es solo “</a:t>
            </a:r>
            <a:r>
              <a:rPr sz="1600" dirty="0" err="1">
                <a:solidFill>
                  <a:schemeClr val="bg1"/>
                </a:solidFill>
              </a:rPr>
              <a:t>conectar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nodos</a:t>
            </a:r>
            <a:r>
              <a:rPr sz="1600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417320"/>
            <a:ext cx="8503920" cy="914400"/>
          </a:xfrm>
          <a:prstGeom prst="roundRect">
            <a:avLst/>
          </a:prstGeom>
          <a:solidFill>
            <a:srgbClr val="161D2D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rPr dirty="0"/>
              <a:t>4 · GOBERNANZA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 dirty="0"/>
              <a:t>OAuth2 · </a:t>
            </a:r>
            <a:r>
              <a:rPr sz="1600" dirty="0" err="1"/>
              <a:t>mínimo</a:t>
            </a:r>
            <a:r>
              <a:rPr sz="1600" dirty="0"/>
              <a:t> privilegio · HITL · </a:t>
            </a:r>
            <a:r>
              <a:rPr sz="1600" dirty="0" err="1"/>
              <a:t>auditoría</a:t>
            </a:r>
            <a:endParaRPr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1828800" y="2560320"/>
            <a:ext cx="8503920" cy="914400"/>
          </a:xfrm>
          <a:prstGeom prst="roundRect">
            <a:avLst/>
          </a:prstGeom>
          <a:solidFill>
            <a:srgbClr val="161D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B923C"/>
                </a:solidFill>
              </a:defRPr>
            </a:pPr>
            <a:r>
              <a:t>3 · PROCESO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Qué decide el agente y en qué orden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703320"/>
            <a:ext cx="8503920" cy="91440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2 · INTEGRACIÓN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n8n · triggers · webhooks · mapeo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46320"/>
            <a:ext cx="8503920" cy="914400"/>
          </a:xfrm>
          <a:prstGeom prst="roundRect">
            <a:avLst/>
          </a:prstGeom>
          <a:solidFill>
            <a:srgbClr val="16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1 · HERRAMIENTAS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Gmail · HubSpot/Salesforce · Slack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Conector nativo vs. API / HTTP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3474720"/>
          </a:xfrm>
          <a:prstGeom prst="roundRect">
            <a:avLst/>
          </a:prstGeom>
          <a:solidFill>
            <a:srgbClr val="16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rPr dirty="0" err="1"/>
              <a:t>Conector</a:t>
            </a:r>
            <a:r>
              <a:rPr dirty="0"/>
              <a:t> </a:t>
            </a:r>
            <a:r>
              <a:rPr dirty="0" err="1"/>
              <a:t>nativo</a:t>
            </a:r>
            <a:endParaRPr dirty="0"/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 dirty="0"/>
              <a:t>Menos </a:t>
            </a:r>
            <a:r>
              <a:rPr sz="1600" dirty="0" err="1"/>
              <a:t>configuración</a:t>
            </a:r>
            <a:br>
              <a:rPr sz="1600" dirty="0"/>
            </a:br>
            <a:r>
              <a:rPr sz="1600" dirty="0"/>
              <a:t>OAuth visual</a:t>
            </a:r>
            <a:br>
              <a:rPr sz="1600" dirty="0"/>
            </a:br>
            <a:r>
              <a:rPr sz="1600" dirty="0" err="1"/>
              <a:t>Operaciones</a:t>
            </a:r>
            <a:r>
              <a:rPr sz="1600" dirty="0"/>
              <a:t> </a:t>
            </a:r>
            <a:r>
              <a:rPr sz="1600" dirty="0" err="1"/>
              <a:t>prearmadas</a:t>
            </a:r>
            <a:br>
              <a:rPr sz="1600" dirty="0"/>
            </a:br>
            <a:r>
              <a:rPr sz="1600" dirty="0"/>
              <a:t>Ideal </a:t>
            </a:r>
            <a:r>
              <a:rPr sz="1600" dirty="0" err="1"/>
              <a:t>cuando</a:t>
            </a:r>
            <a:r>
              <a:rPr sz="1600" dirty="0"/>
              <a:t> n8n </a:t>
            </a:r>
            <a:r>
              <a:rPr sz="1600" dirty="0" err="1"/>
              <a:t>ya</a:t>
            </a:r>
            <a:r>
              <a:rPr sz="1600" dirty="0"/>
              <a:t> </a:t>
            </a:r>
            <a:r>
              <a:rPr sz="1600" dirty="0" err="1"/>
              <a:t>soporta</a:t>
            </a:r>
            <a:r>
              <a:rPr sz="1600" dirty="0"/>
              <a:t> la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212080" cy="347472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HTTP / API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Más flexibilidad</a:t>
            </a:r>
            <a:br>
              <a:rPr sz="1600"/>
            </a:br>
            <a:r>
              <a:rPr sz="1600"/>
              <a:t>Más responsabilidad</a:t>
            </a:r>
            <a:br>
              <a:rPr sz="1600"/>
            </a:br>
            <a:r>
              <a:rPr sz="1600"/>
              <a:t>Payload y autenticación manual</a:t>
            </a:r>
            <a:br>
              <a:rPr sz="1600"/>
            </a:br>
            <a:r>
              <a:rPr sz="1600"/>
              <a:t>Útil cuando el conector no alcanza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492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</a:defRPr>
            </a:pPr>
            <a:r>
              <a:t>Criterio: integrar con la opción más simple que cumpla el requisito sin perder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Credenciales: la conexión también es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OAuth2: autorización delegada; n8n obtiene acceso sin guardar tu contraseña.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API Key / Token: secreto técnico que debe vivir en Credentials, nunca hardcodeado en el workflow.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Mínimo privilegio: cada integración recibe solamente los permisos necesarios.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Antes de exportar: Test step y conector en verde.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Triage &amp; Delegate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26246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5C7"/>
                </a:solidFill>
              </a:defRPr>
            </a:pPr>
            <a:r>
              <a:rPr sz="1600"/>
              <a:t>La IA interpreta; n8n controla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194560" cy="1188720"/>
          </a:xfrm>
          <a:prstGeom prst="roundRect">
            <a:avLst/>
          </a:prstGeom>
          <a:solidFill>
            <a:srgbClr val="16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rPr dirty="0"/>
              <a:t>Entrada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 dirty="0"/>
              <a:t>Gmail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2011680"/>
            <a:ext cx="2194560" cy="118872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Triage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Intent · riesgo · confianza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2011680"/>
            <a:ext cx="2194560" cy="1188720"/>
          </a:xfrm>
          <a:prstGeom prst="roundRect">
            <a:avLst/>
          </a:prstGeom>
          <a:solidFill>
            <a:srgbClr val="161D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B923C"/>
                </a:solidFill>
              </a:defRPr>
            </a:pPr>
            <a:r>
              <a:t>Switch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Reglas deterministas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00400" cy="1188720"/>
          </a:xfrm>
          <a:prstGeom prst="roundRect">
            <a:avLst/>
          </a:prstGeom>
          <a:solidFill>
            <a:srgbClr val="161D2D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Workers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Billing · Tech ·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Taxonomía cerrada + JSON estructurado + fallback = routing controlable.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Los 4 guardrails que evalúa el checkpoint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303520" cy="1828800"/>
          </a:xfrm>
          <a:prstGeom prst="roundRect">
            <a:avLst/>
          </a:prstGeom>
          <a:solidFill>
            <a:srgbClr val="161D2D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① IF anti auto-reply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Auto-reply · Out of office · Undeliverable · no-reply@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1828800"/>
          </a:xfrm>
          <a:prstGeom prst="roundRect">
            <a:avLst/>
          </a:prstGeom>
          <a:solidFill>
            <a:srgbClr val="161D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B923C"/>
                </a:solidFill>
              </a:defRPr>
            </a:pPr>
            <a:r>
              <a:t>② CRM Look up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Buscar por email ANTES de Create → evita duplicados 409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5303520" cy="1828800"/>
          </a:xfrm>
          <a:prstGeom prst="roundRect">
            <a:avLst/>
          </a:prstGeom>
          <a:solidFill>
            <a:srgbClr val="16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③ Create Draft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La IA redacta; una persona decide cuándo enviar.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④ Set de limpieza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From + Subject + BodyText. Nada de HTML/binarios innecesarios.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400 ≠ 409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5C7"/>
                </a:solidFill>
              </a:defRPr>
            </a:pPr>
            <a:r>
              <a:t>Dos errores, dos guardrails distintos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3200400"/>
          </a:xfrm>
          <a:prstGeom prst="roundRect">
            <a:avLst/>
          </a:prstGeom>
          <a:solidFill>
            <a:srgbClr val="161D2D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400 · Bad Request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Payload mal formado</a:t>
            </a:r>
            <a:br/>
            <a:r>
              <a:t>Campo obligatorio vacío</a:t>
            </a:r>
            <a:br/>
            <a:r>
              <a:t>Tipo incorrecto</a:t>
            </a:r>
            <a:br/>
            <a:br/>
            <a:r>
              <a:t>PREVENCIÓN:</a:t>
            </a:r>
            <a:br/>
            <a:r>
              <a:t>Set + validación previa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846320" cy="3200400"/>
          </a:xfrm>
          <a:prstGeom prst="roundRect">
            <a:avLst/>
          </a:prstGeom>
          <a:solidFill>
            <a:srgbClr val="161D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B923C"/>
                </a:solidFill>
              </a:defRPr>
            </a:pPr>
            <a:r>
              <a:t>409 · Conflict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Registro ya existente</a:t>
            </a:r>
            <a:br/>
            <a:r>
              <a:t>Email duplicado</a:t>
            </a:r>
            <a:br/>
            <a:br/>
            <a:r>
              <a:t>PREVENCIÓN:</a:t>
            </a:r>
            <a:br/>
            <a:r>
              <a:t>Look up → Update / Create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El “pasillo de la muerte”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5C7"/>
                </a:solidFill>
              </a:defRPr>
            </a:pPr>
            <a:r>
              <a:t>No arrastres un payload gigante porque 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Un email puede traer HTML, firmas, imágenes base64 y metadatos técnicos.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El agente necesita contenido útil, no el paquete completo.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Antes de IA / CRM / Slack: Set o Edit Fields.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Principio: transportar el mínimo producto viable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Fuente Única de Verdad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291840" cy="3291840"/>
          </a:xfrm>
          <a:prstGeom prst="roundRect">
            <a:avLst/>
          </a:prstGeom>
          <a:solidFill>
            <a:srgbClr val="161D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CRM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Dueño de los datos comerciales del cliente.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20"/>
            <a:ext cx="3291840" cy="3291840"/>
          </a:xfrm>
          <a:prstGeom prst="roundRect">
            <a:avLst/>
          </a:prstGeom>
          <a:solidFill>
            <a:srgbClr val="161D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Memoria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Contexto consolidado que el agente necesita recordar.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3291840"/>
          </a:xfrm>
          <a:prstGeom prst="roundRect">
            <a:avLst/>
          </a:prstGeom>
          <a:solidFill>
            <a:srgbClr val="161D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700" b="1">
                <a:solidFill>
                  <a:srgbClr val="FB923C"/>
                </a:solidFill>
              </a:defRPr>
            </a:pPr>
            <a:r>
              <a:t>Logs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rPr sz="1600"/>
              <a:t>Auditoría: qué ocurrió y qué decidió el sistema.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5F7FA"/>
                </a:solidFill>
              </a:defRPr>
            </a:pPr>
            <a:r>
              <a:rPr dirty="0" err="1"/>
              <a:t>Pensá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flujos</a:t>
            </a:r>
            <a:r>
              <a:rPr dirty="0"/>
              <a:t>, no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.</a:t>
            </a:r>
          </a:p>
          <a:p>
            <a:pPr algn="ctr">
              <a:defRPr sz="2000">
                <a:solidFill>
                  <a:srgbClr val="AAB5C7"/>
                </a:solidFill>
              </a:defRPr>
            </a:pPr>
            <a:r>
              <a:rPr dirty="0"/>
              <a:t>La </a:t>
            </a:r>
            <a:r>
              <a:rPr dirty="0" err="1"/>
              <a:t>integración</a:t>
            </a:r>
            <a:r>
              <a:rPr dirty="0"/>
              <a:t> </a:t>
            </a:r>
            <a:r>
              <a:rPr dirty="0" err="1"/>
              <a:t>convierte</a:t>
            </a:r>
            <a:r>
              <a:rPr dirty="0"/>
              <a:t> al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real de la </a:t>
            </a:r>
            <a:r>
              <a:rPr dirty="0" err="1"/>
              <a:t>operación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506</Words>
  <Application>Microsoft Office PowerPoint</Application>
  <PresentationFormat>Panorámica</PresentationFormat>
  <Paragraphs>75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Lemes</cp:lastModifiedBy>
  <cp:revision>1</cp:revision>
  <dcterms:created xsi:type="dcterms:W3CDTF">2013-01-27T09:14:16Z</dcterms:created>
  <dcterms:modified xsi:type="dcterms:W3CDTF">2026-09-23T00:14:27Z</dcterms:modified>
  <cp:category/>
</cp:coreProperties>
</file>